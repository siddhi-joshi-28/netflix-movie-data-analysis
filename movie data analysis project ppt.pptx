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varScale="1">
        <p:scale>
          <a:sx n="94" d="100"/>
          <a:sy n="94" d="100"/>
        </p:scale>
        <p:origin x="7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07-10-2025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07-10-2025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07-10-2025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07-10-2025</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2614" y="-22948"/>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98111" y="2251983"/>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8102" y="2329404"/>
            <a:ext cx="3739525" cy="2103483"/>
          </a:xfrm>
          <a:prstGeom prst="rect">
            <a:avLst/>
          </a:prstGeom>
        </p:spPr>
      </p:pic>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386" y="2303369"/>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928" y="781820"/>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9543</TotalTime>
  <Words>378</Words>
  <Application>Microsoft Office PowerPoint</Application>
  <PresentationFormat>On-screen Show (16:9)</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Siddhi Joshi</cp:lastModifiedBy>
  <cp:revision>1411</cp:revision>
  <dcterms:created xsi:type="dcterms:W3CDTF">2022-12-29T08:52:07Z</dcterms:created>
  <dcterms:modified xsi:type="dcterms:W3CDTF">2025-10-07T15:31:39Z</dcterms:modified>
</cp:coreProperties>
</file>